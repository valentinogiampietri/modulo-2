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>
        <p:scale>
          <a:sx n="122" d="100"/>
          <a:sy n="122" d="100"/>
        </p:scale>
        <p:origin x="-312" y="2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2" name="21 Subtítulo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20" name="1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Elipse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9 Rectángulo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5 Rectángulo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9" name="8 Proceso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Proceso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205980"/>
            <a:ext cx="1828800" cy="4388644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rcular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Anillo"/>
          <p:cNvSpPr/>
          <p:nvPr/>
        </p:nvSpPr>
        <p:spPr>
          <a:xfrm rot="2315675">
            <a:off x="182882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1012874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1435608" y="205979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41EB5C9-1307-BA42-ABA2-0BC069CD8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5" name="14 Rectángulo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/>
              <a:t>MODULO 2 JOULIE FARADAY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/>
            </a:r>
            <a:br/>
            <a:r>
              <a:t/>
            </a:r>
            <a:br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2026-04-15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Este es un documento en R Markdown. Permite generar HTML o Word combinando texto y código.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Primeros comandos de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/>
              <a:t>R es un leguaje muy parecido a matla y trabaja con variables que en general pueden ser matrices.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20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/>
              <a:t>Uso de data sets o base de datos internos de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/>
              <a:t>Usando el comando </a:t>
            </a:r>
            <a:r>
              <a:rPr>
                <a:latin typeface="Courier"/>
              </a:rPr>
              <a:t>data()</a:t>
            </a:r>
            <a:r>
              <a:rPr/>
              <a:t> en la consola obtenemos distintos datos ya cargados en la base de datos de R, estos datos estan cargados en tablas de las cuales podemos elegir columnas especificas si escribimos el signo </a:t>
            </a:r>
            <a:r>
              <a:rPr>
                <a:latin typeface="Courier"/>
              </a:rPr>
              <a:t>$</a:t>
            </a:r>
            <a:r>
              <a:rPr/>
              <a:t> despues del comando de informacion especifico que queremos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Gráficos</a:t>
            </a:r>
          </a:p>
        </p:txBody>
      </p:sp>
      <p:pic>
        <p:nvPicPr>
          <p:cNvPr id="3" name="Picture 1" descr="M2JOULIE-FARADAY_files/M2JOULIE-FARADAY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Comando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/>
              <a:t>Es un comando que sirve para graficar cualquier fuente de datos que le asignemos: Tenemos la posibilidad de asignar nombres a las variables o hacer cambios del grafico, en caso de no saber el comando podemos escribir </a:t>
            </a:r>
            <a:r>
              <a:rPr b="1"/>
              <a:t>?plot</a:t>
            </a:r>
            <a:r>
              <a:rPr/>
              <a:t> en la consola, a la derecha nos va a abrir una pestaña y ahí tocar Generic X-Y Plotting y ahi nos va a explicar cada comando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Funciones estadísticas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##   [1] 19.538309 17.055020 24.330492 25.219213 30.595582 20.113170 26.339358
##   [8] 19.005391 32.145334 30.854449 14.897200 27.018517 24.543597 19.822367
##  [15] 21.982568 22.447691 27.153275 19.503414 26.665294 28.207402 25.355747
##  [22] 14.947400 24.256255 20.841081 18.837572 21.077328 16.817196 25.092756
##  [29] 12.404645 22.649906 24.152774 27.215594 19.931227 25.807701 23.432287
##  [36] 14.104081 26.552552 22.151415 23.018494 10.428914 19.142654 24.909680
##  [43] 25.000378 21.788278 24.721374 27.858763 19.564389 24.422045 16.569895
##  [50] 28.969795 22.181182 21.291269 21.297604 27.772878 24.790543 26.206651
##  [57] 17.505070 17.853836 11.368423 23.434526 24.670580 21.912852 24.290476
##  [64] 15.178905 22.303813 11.850765 20.923690 25.458540 23.033837 26.187286
##  [71] 24.956647 19.659687 27.059528 18.470840 24.955528 20.574034 21.989521
##  [78] 22.024415 28.415515 22.951288 21.426659 20.277477 19.357840 15.895582
##  [85] 15.505207 24.833742 27.329075 36.148673 24.506840 29.852151 12.148023
##  [92] 19.587989 15.533593 11.477910 16.405422 18.084614 21.919886 20.217710
##  [99] 19.244994 13.592409 20.759790 19.949057 19.249045 16.469031 24.874079
## [106]  9.859949 30.432734 16.962788 15.822798 20.653071 20.363245 28.150183
## [113] 14.396559 25.665729 22.340985 14.731054 18.064134 24.288933 21.783134
## [120] 16.214901 21.159705 20.704681 28.112687 20.658937 25.602860 29.519079
## [127] 12.222508 23.711398 22.846194 18.581443 39.966186 11.908221 26.736097
## [134] 22.256929 19.191828 22.787961 23.352438 22.597665 22.502917 20.422927
## [141] 20.554015 33.945085 21.441656 24.258629 14.181519 23.013727 24.453704
## [148] 17.933728 22.340278 15.059929 22.560397 26.538809 17.533821 24.104534
## [155] 17.833474 25.841073 23.306227 13.185519 19.400507 22.963779 21.220297
## [162] 21.992809 18.651374 18.038233 31.408415 24.836349 20.062251 24.391046
## [169] 17.155575 28.165933 23.231932 28.884478 18.743547 31.198169 23.186169
## [176] 26.585164 21.834420 27.697838 19.321292 20.667185 24.455765 22.287031
## [183] 17.403859 29.889371 20.333087 31.295786 31.615565 18.401764 22.315962
## [190] 23.529958 15.302188 13.759229 17.151031 23.679426 26.599637 15.349475
## [197] 10.719838 17.174273 16.733511 20.302967 28.924787 27.636956 21.966454
## [204] 34.978411 21.684948 28.639766 20.306732 23.962298 20.878321 25.425561
## [211] 14.757686 22.578277 13.530284 18.248027 22.273007 20.696761 20.088783
## [218] 25.923485 22.354372 20.405146 20.763702 23.742214 21.216095 18.211037
## [225] 20.545571 20.089896 22.605750 25.882592 16.629705 27.488191 21.040006
## [232] 18.522858 21.545222 22.547361 30.278696  6.220805 27.857302 27.176316
## [239] 30.997644 21.970485 27.631831 28.145983 22.100884 16.180902 22.603988
## [246] 25.867286 22.124456 25.211405 23.402781 10.966460 29.544135 25.247561
## [253] 26.767628 19.955458 23.496636 23.495900 25.530723 12.132498 18.816793
## [260] 22.237003 20.296748 19.454488 25.956897 13.991157 24.406350 18.292648
## [267] 15.592853 24.840208 21.271574 17.961498 25.429984 18.938882 12.482786
## [274] 22.208468 23.707497 20.655231 25.651490 25.449780 24.489247 33.474009
## [281] 26.711701 25.437173 24.196443 29.029196 26.555506 25.479586 28.433299
## [288] 19.031756 23.731780 26.069121 27.557492 25.086339 23.903735 30.762131
## [295] 16.126485 28.764669 23.734910 19.596618 17.502557 24.023594 19.221916
## [302] 21.583593 17.427320 18.370258 22.112105 23.152508 13.242656 24.450352
## [309] 25.553715 23.408712 15.593202 20.051534 20.019536 24.853582 22.546604
## [316] 25.881039 17.278490 15.328292 27.159463 30.588763 22.326535 19.985266
## [323] 14.281847 20.532936 17.712188 24.340774 25.846702 18.109425 22.594454
## [330] 18.946419 21.037749 22.063735 19.573067 27.940130 25.571787 24.412676
## [337] 14.694206 18.894558 24.870302 20.972540 17.385328 15.261927 27.063231
## [344] 20.523694 29.606183 21.762817 20.837554 21.068442 19.331109 23.617239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350</a:t>
            </a:r>
          </a:p>
          <a:p>
            <a:pPr lvl="0" indent="0">
              <a:buNone/>
            </a:pPr>
            <a:r>
              <a:rPr>
                <a:latin typeface="Courier"/>
              </a:rPr>
              <a:t>##   [1] 500 501 502 503 504 505 506 507 508 509 510 511 512 513 514 515 516 517
##  [19] 518 519 520 521 522 523 524 525 526 527 528 529 530 531 532 533 534 535
##  [37] 536 537 538 539 540 541 542 543 544 545 546 547 548 549 550 551 552 553
##  [55] 554 555 556 557 558 559 560 561 562 563 564 565 566 567 568 569 570 571
##  [73] 572 573 574 575 576 577 578 579 580 581 582 583 584 585 586 587 588 589
##  [91] 590 591 592 593 594 595 596 597 598 599 600 601 602 603 604 605 606 607
## [109] 608 609 610 611 612 613 614 615 616 617 618 619 620 621 622 623 624 625
## [127] 626 627 628 629 630 631 632 633 634 635 636 637 638 639 640 641 642 643
## [145] 644 645 646 647 648 649 650 651 652 653 654 655 656 657 658 659 660 661
## [163] 662 663 664 665 666 667 668 669 670 671 672 673 674 675 676 677 678 679
## [181] 680 681 682 683 684 685 686 687 688 689 690 691 692 693 694 695 696 697
## [199] 698 699 700 701 702 703 704 705 706 707 708 709 710 711 712 713 714 715
## [217] 716 717 718 719 720 721 722 723 724 725 726 727 728 729 730 731 732 733
## [235] 734 735 736 737 738 739 740 741 742 743 744 745 746 747 748 749 750 751
## [253] 752 753 754 755 756 757 758 759 760 761 762 763 764 765 766 767 768 769
## [271] 770 771 772 773 774 775 776 777 778 779 780 781 782 783 784 785 786 787
## [289] 788 789 790 791 792 793 794 795 796 797 798 799 800 801 802 803 804 805
## [307] 806 807 808 809 810 811 812 813 814 815 816 817 818 819 820 821 822 823
## [325] 824 825 826 827 828 829 830 831 832 833 834 835 836 837 838 839 840 841
## [343] 842 843 844 845 846 847 848 849</a:t>
            </a:r>
          </a:p>
        </p:txBody>
      </p:sp>
      <p:pic>
        <p:nvPicPr>
          <p:cNvPr id="3" name="Picture 1" descr="M2JOULIE-FARADAY_files/M2JOULIE-FARADAY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pic>
        <p:nvPicPr>
          <p:cNvPr id="2" name="Picture 1" descr="M2JOULIE-FARADAY_files/M2JOULIE-FARADAY_files/figure-pptx/unnamed-chunk-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pic>
        <p:nvPicPr>
          <p:cNvPr id="2" name="Picture 1" descr="M2JOULIE-FARADAY_files/M2JOULIE-FARADAY_files/figure-pptx/unnamed-chunk-8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Ejercicio 1 de algoritmos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/>
              <a:t>Consigna:Las ultimas 3 cifras del DNI son 803, crear una variable que tenga ese numero</a:t>
            </a:r>
          </a:p>
          <a:p>
            <a:pPr marL="0" lvl="0" indent="0">
              <a:buNone/>
            </a:pPr>
            <a:r>
              <a:rPr/>
              <a:t>Consigna: Crear un vector del 1 al 803.</a:t>
            </a:r>
          </a:p>
          <a:p>
            <a:pPr lvl="0" indent="0">
              <a:buNone/>
            </a:pPr>
            <a:r>
              <a:rPr>
                <a:latin typeface="Courier"/>
              </a:rPr>
              <a:t>##   [1]   1   2   3   4   5   6   7   8   9  10  11  12  13  14  15  16  17  18
##  [19]  19  20  21  22  23  24  25  26  27  28  29  30  31  32  33  34  35  36
##  [37]  37  38  39  40  41  42  43  44  45  46  47  48  49  50  51  52  53  54
##  [55]  55  56  57  58  59  60  61  62  63  64  65  66  67  68  69  70  71  72
##  [73]  73  74  75  76  77  78  79  80  81  82  83  84  85  86  87  88  89  90
##  [91]  91  92  93  94  95  96  97  98  99 100 101 102 103 104 105 106 107 108
## [109] 109 110 111 112 113 114 115 116 117 118 119 120 121 122 123 124 125 126
## [127] 127 128 129 130 131 132 133 134 135 136 137 138 139 140 141 142 143 144
## [145] 145 146 147 148 149 150 151 152 153 154 155 156 157 158 159 160 161 162
## [163] 163 164 165 166 167 168 169 170 171 172 173 174 175 176 177 178 179 180
## [181] 181 182 183 184 185 186 187 188 189 190 191 192 193 194 195 196 197 198
## [199] 199 200 201 202 203 204 205 206 207 208 209 210 211 212 213 214 215 216
## [217] 217 218 219 220 221 222 223 224 225 226 227 228 229 230 231 232 233 234
## [235] 235 236 237 238 239 240 241 242 243 244 245 246 247 248 249 250 251 252
## [253] 253 254 255 256 257 258 259 260 261 262 263 264 265 266 267 268 269 270
## [271] 271 272 273 274 275 276 277 278 279 280 281 282 283 284 285 286 287 288
## [289] 289 290 291 292 293 294 295 296 297 298 299 300 301 302 303 304 305 306
## [307] 307 308 309 310 311 312 313 314 315 316 317 318 319 320 321 322 323 324
## [325] 325 326 327 328 329 330 331 332 333 334 335 336 337 338 339 340 341 342
## [343] 343 344 345 346 347 348 349 350 351 352 353 354 355 356 357 358 359 360
## [361] 361 362 363 364 365 366 367 368 369 370 371 372 373 374 375 376 377 378
## [379] 379 380 381 382 383 384 385 386 387 388 389 390 391 392 393 394 395 396
## [397] 397 398 399 400 401 402 403 404 405 406 407 408 409 410 411 412 413 414
## [415] 415 416 417 418 419 420 421 422 423 424 425 426 427 428 429 430 431 432
## [433] 433 434 435 436 437 438 439 440 441 442 443 444 445 446 447 448 449 450
## [451] 451 452 453 454 455 456 457 458 459 460 461 462 463 464 465 466 467 468
## [469] 469 470 471 472 473 474 475 476 477 478 479 480 481 482 483 484 485 486
## [487] 487 488 489 490 491 492 493 494 495 496 497 498 499 500 501 502 503 504
## [505] 505 506 507 508 509 510 511 512 513 514 515 516 517 518 519 520 521 522
## [523] 523 524 525 526 527 528 529 530 531 532 533 534 535 536 537 538 539 540
## [541] 541 542 543 544 545 546 547 548 549 550 551 552 553 554 555 556 557 558
## [559] 559 560 561 562 563 564 565 566 567 568 569 570 571 572 573 574 575 576
## [577] 577 578 579 580 581 582 583 584 585 586 587 588 589 590 591 592 593 594
## [595] 595 596 597 598 599 600 601 602 603 604 605 606 607 608 609 610 611 612
## [613] 613 614 615 616 617 618 619 620 621 622 623 624 625 626 627 628 629 630
## [631] 631 632 633 634 635 636 637 638 639 640 641 642 643 644 645 646 647 648
## [649] 649 650 651 652 653 654 655 656 657 658 659 660 661 662 663 664 665 666
## [667] 667 668 669 670 671 672 673 674 675 676 677 678 679 680 681 682 683 684
## [685] 685 686 687 688 689 690 691 692 693 694 695 696 697 698 699 700 701 702
## [703] 703 704 705 706 707 708 709 710 711 712 713 714 715 716 717 718 719 720
## [721] 721 722 723 724 725 726 727 728 729 730 731 732 733 734 735 736 737 738
## [739] 739 740 741 742 743 744 745 746 747 748 749 750 751 752 753 754 755 756
## [757] 757 758 759 760 761 762 763 764 765 766 767 768 769 770 771 772 773 774
## [775] 775 776 777 778 779 780 781 782 783 784 785 786 787 788 789 790 791 792
## [793] 793 794 795 796 797 798 799 800 801 802 803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Ejercicio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Calcular la suma de todos los valores del vector secuencia_dni usando un </a:t>
            </a:r>
            <a:r>
              <a:rPr>
                <a:latin typeface="Courier"/>
              </a:rPr>
              <a:t>for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322806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Ejercicio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Repetir el ejercicio anterior pero en Phyton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Ejercicio 4 Secuencia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/>
              <a:t>Generar secuencia de 2 en 2 hasta 100000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 2  4  6  8 10 12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 99990  99992  99994  99996  99998 100000</a:t>
            </a:r>
          </a:p>
          <a:p>
            <a:pPr marL="0" lvl="0" indent="0">
              <a:buNone/>
            </a:pPr>
            <a:r>
              <a:rPr/>
              <a:t>Secuencia con función de R:</a:t>
            </a:r>
          </a:p>
          <a:p>
            <a:pPr marL="0" lvl="0" indent="0">
              <a:buNone/>
            </a:pPr>
            <a:r>
              <a:rPr/>
              <a:t>Comparación de tiempos:</a:t>
            </a:r>
          </a:p>
          <a:p>
            <a:pPr lvl="0" indent="0">
              <a:buNone/>
            </a:pPr>
            <a:r>
              <a:rPr>
                <a:latin typeface="Courier"/>
              </a:rPr>
              <a:t>##    user  system elapsed 
##   0.005   0.000   0.004</a:t>
            </a:r>
          </a:p>
          <a:p>
            <a:pPr lvl="0" indent="0">
              <a:buNone/>
            </a:pPr>
            <a:r>
              <a:rPr>
                <a:latin typeface="Courier"/>
              </a:rPr>
              <a:t>##    user  system elapsed 
##       0       0      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Ejercicio 5 Fibonacci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##  [1]       0       1       1       2       3       5       8      13      21
## [10]      34      55      89     144     233     377     610     987    1597
## [19]    2584    4181    6765   10946   17711   28657   46368   75025  121393
## [28]  196418  317811  514229  832040 1346269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32</a:t>
            </a:r>
          </a:p>
          <a:p>
            <a:pPr marL="0" lvl="0" indent="0">
              <a:buNone/>
            </a:pPr>
            <a:r>
              <a:rPr/>
              <a:t>Cantidad de iteraciones necesarias: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Ejercicio 7 Burbuja vs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Comparación:</a:t>
            </a:r>
          </a:p>
          <a:p>
            <a:pPr lvl="0" indent="0">
              <a:buNone/>
            </a:pPr>
            <a:r>
              <a:rPr>
                <a:latin typeface="Courier"/>
              </a:rPr>
              <a:t>##    user  system elapsed 
##  20.486   0.016  20.626</a:t>
            </a:r>
          </a:p>
          <a:p>
            <a:pPr lvl="0" indent="0">
              <a:buNone/>
            </a:pPr>
            <a:r>
              <a:rPr>
                <a:latin typeface="Courier"/>
              </a:rPr>
              <a:t>##    user  system elapsed 
##   0.001   0.000   0.001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/>
              <a:t>Ejercicio 8 Penitencia de Newton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/>
              <a:t>Método 1 (for):</a:t>
            </a:r>
          </a:p>
          <a:p>
            <a:pPr lvl="0" indent="0">
              <a:buNone/>
            </a:pPr>
            <a:r>
              <a:rPr>
                <a:latin typeface="Courier"/>
              </a:rPr>
              <a:t>##    user  system elapsed 
##   0.017   0.000   0.017</a:t>
            </a:r>
          </a:p>
          <a:p>
            <a:pPr marL="0" lvl="0" indent="0">
              <a:buNone/>
            </a:pPr>
            <a:r>
              <a:rPr/>
              <a:t>Método 2 (fórmula matemática):</a:t>
            </a:r>
          </a:p>
          <a:p>
            <a:pPr lvl="0" indent="0">
              <a:buNone/>
            </a:pPr>
            <a:r>
              <a:rPr>
                <a:latin typeface="Courier"/>
              </a:rPr>
              <a:t>##    user  system elapsed 
##       0       0       0</a:t>
            </a:r>
          </a:p>
          <a:p>
            <a:pPr marL="0" lvl="0" indent="0">
              <a:buNone/>
            </a:pPr>
            <a:r>
              <a:rPr/>
              <a:t>Comparación: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500000500000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500000500000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El método matemático es muchísimo más eficiente que el uso de bucles.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io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</TotalTime>
  <Words>379</Words>
  <Application>Microsoft Office PowerPoint</Application>
  <PresentationFormat>Presentación en pantalla (16:9)</PresentationFormat>
  <Paragraphs>54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Solsticio</vt:lpstr>
      <vt:lpstr>MODULO 2 JOULIE FARADAY</vt:lpstr>
      <vt:lpstr>Introducción</vt:lpstr>
      <vt:lpstr>Primeros comandos de R</vt:lpstr>
      <vt:lpstr>Uso de data sets o base de datos internos de R</vt:lpstr>
      <vt:lpstr>Gráficos</vt:lpstr>
      <vt:lpstr>Comando plot</vt:lpstr>
      <vt:lpstr>Funciones estadísticas</vt:lpstr>
      <vt:lpstr>Presentación de PowerPoint</vt:lpstr>
      <vt:lpstr>Presentación de PowerPoint</vt:lpstr>
      <vt:lpstr>Ejercicio 1 de algoritmos</vt:lpstr>
      <vt:lpstr>Ejercicio 2</vt:lpstr>
      <vt:lpstr>Ejercicio 3</vt:lpstr>
      <vt:lpstr>Ejercicio 4 Secuencia</vt:lpstr>
      <vt:lpstr>Ejercicio 5 Fibonacci</vt:lpstr>
      <vt:lpstr>Ejercicio 7 Burbuja vs sort</vt:lpstr>
      <vt:lpstr>Ejercicio 8 Penitencia de Newton</vt:lpstr>
      <vt:lpstr>Conclusión</vt:lpstr>
    </vt:vector>
  </TitlesOfParts>
  <LinksUpToDate>false</LinksUpToDate>
  <SharedDoc>false</SharedDoc>
  <HyperlinksChanged>false</HyperlinksChanged>
  <AppVersion>14.0000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JOULIE FARADAY</dc:title>
  <dc:creator>luispablo</dc:creator>
  <cp:lastModifiedBy>luispablo</cp:lastModifiedBy>
  <cp:revision>1</cp:revision>
  <dcterms:created xsi:type="dcterms:W3CDTF">2026-04-15T22:56:27Z</dcterms:created>
  <dcterms:modified xsi:type="dcterms:W3CDTF">2026-04-15T22:59:03Z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2026-04-15</vt:lpwstr>
  </property>
  <property fmtid="{D5CDD505-2E9C-101B-9397-08002B2CF9AE}" pid="3" name="output">
    <vt:lpwstr>powerpoint_presentation</vt:lpwstr>
  </property>
</Properties>
</file>